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git-sync 自循环连通性测试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BrowserSkill 会话 arena/01a0b237-browserskill</a:t>
            </a:r>
          </a:p>
          <a:p>
            <a:r>
              <a:t>2026-09-18 02:01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链路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沙箱：gate 自检 → 提交推送（git-sync v2.9.2）</a:t>
            </a:r>
          </a:p>
          <a:p>
            <a:r>
              <a:t>本机：值守自动 sync → local_check.ps1 → 静默推送判定</a:t>
            </a:r>
          </a:p>
          <a:p>
            <a:r>
              <a:t>闭环：agent 读 passed → 成功标准核对 → accept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打通判据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本文件已落到本机 deliverable\ 目录（agent → 本机）</a:t>
            </a:r>
          </a:p>
          <a:p>
            <a:r>
              <a:t>本机判定 passed 已推回分支（本机 → agent）</a:t>
            </a:r>
          </a:p>
          <a:p>
            <a:r>
              <a:t>双向链路 + 免点击推送 + 值守全部就绪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self-loop test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